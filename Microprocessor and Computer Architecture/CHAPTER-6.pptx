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2" r:id="rId3"/>
    <p:sldId id="283" r:id="rId4"/>
    <p:sldId id="284" r:id="rId5"/>
    <p:sldId id="285" r:id="rId6"/>
    <p:sldId id="257" r:id="rId7"/>
    <p:sldId id="258" r:id="rId8"/>
    <p:sldId id="259" r:id="rId9"/>
    <p:sldId id="260" r:id="rId10"/>
    <p:sldId id="261" r:id="rId11"/>
    <p:sldId id="262" r:id="rId12"/>
    <p:sldId id="280" r:id="rId13"/>
    <p:sldId id="281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DADE4AF-B867-4536-91B7-D99DAE0FEBBD}">
          <p14:sldIdLst>
            <p14:sldId id="256"/>
            <p14:sldId id="282"/>
            <p14:sldId id="283"/>
          </p14:sldIdLst>
        </p14:section>
        <p14:section name="Untitled Section" id="{5C936A59-850D-4AF1-86BA-F9580C0E1155}">
          <p14:sldIdLst>
            <p14:sldId id="284"/>
            <p14:sldId id="285"/>
            <p14:sldId id="257"/>
            <p14:sldId id="258"/>
            <p14:sldId id="259"/>
            <p14:sldId id="260"/>
            <p14:sldId id="261"/>
            <p14:sldId id="262"/>
            <p14:sldId id="280"/>
            <p14:sldId id="28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CHAPTER-6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9600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2012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Shift-add multiplication:</a:t>
            </a:r>
            <a:br>
              <a:rPr lang="en-US" dirty="0"/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multiplication of unsigned numbers.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multiplication can be performed by repeated addition of multiplicand and shifting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172" y="1905000"/>
            <a:ext cx="5437842" cy="4953000"/>
          </a:xfrm>
        </p:spPr>
      </p:pic>
    </p:spTree>
    <p:extLst>
      <p:ext uri="{BB962C8B-B14F-4D97-AF65-F5344CB8AC3E}">
        <p14:creationId xmlns:p14="http://schemas.microsoft.com/office/powerpoint/2010/main" val="355460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442" y="1687132"/>
            <a:ext cx="6596737" cy="4687909"/>
          </a:xfrm>
        </p:spPr>
      </p:pic>
    </p:spTree>
    <p:extLst>
      <p:ext uri="{BB962C8B-B14F-4D97-AF65-F5344CB8AC3E}">
        <p14:creationId xmlns:p14="http://schemas.microsoft.com/office/powerpoint/2010/main" val="181256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code for shift-add multiplication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867" y="1661375"/>
            <a:ext cx="5215180" cy="4314422"/>
          </a:xfrm>
        </p:spPr>
      </p:pic>
    </p:spTree>
    <p:extLst>
      <p:ext uri="{BB962C8B-B14F-4D97-AF65-F5344CB8AC3E}">
        <p14:creationId xmlns:p14="http://schemas.microsoft.com/office/powerpoint/2010/main" val="3310425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br>
              <a:rPr lang="en-US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UV &lt;- X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Y; X= 1101 and Y=1011.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03" y="1777286"/>
            <a:ext cx="8100811" cy="4971244"/>
          </a:xfrm>
        </p:spPr>
      </p:pic>
    </p:spTree>
    <p:extLst>
      <p:ext uri="{BB962C8B-B14F-4D97-AF65-F5344CB8AC3E}">
        <p14:creationId xmlns:p14="http://schemas.microsoft.com/office/powerpoint/2010/main" val="269033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number of addition.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multiplier, positive multiplier are treated the same.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negative numbers multiplication, the operation is performed by representing the negative numbers in it’s 2’s complement 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=&gt;When there are lot of ones, all will be cancelled and replaced with zeros.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More zeros means, it reduces the addition(no operation is done with zeros)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But shift remains the same, can’t be reduced.</a:t>
            </a:r>
          </a:p>
        </p:txBody>
      </p:sp>
    </p:spTree>
    <p:extLst>
      <p:ext uri="{BB962C8B-B14F-4D97-AF65-F5344CB8AC3E}">
        <p14:creationId xmlns:p14="http://schemas.microsoft.com/office/powerpoint/2010/main" val="96877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777" y="1390917"/>
            <a:ext cx="5769735" cy="4971245"/>
          </a:xfrm>
        </p:spPr>
      </p:pic>
    </p:spTree>
    <p:extLst>
      <p:ext uri="{BB962C8B-B14F-4D97-AF65-F5344CB8AC3E}">
        <p14:creationId xmlns:p14="http://schemas.microsoft.com/office/powerpoint/2010/main" val="385698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1051"/>
          </a:xfrm>
        </p:spPr>
        <p:txBody>
          <a:bodyPr/>
          <a:lstStyle/>
          <a:p>
            <a:r>
              <a:rPr lang="en-US" dirty="0"/>
              <a:t>Multiply 9 x 3 using booth algorithm.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715" y="1365160"/>
            <a:ext cx="7675809" cy="5074277"/>
          </a:xfrm>
        </p:spPr>
      </p:pic>
    </p:spTree>
    <p:extLst>
      <p:ext uri="{BB962C8B-B14F-4D97-AF65-F5344CB8AC3E}">
        <p14:creationId xmlns:p14="http://schemas.microsoft.com/office/powerpoint/2010/main" val="186231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Verification: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1 1 1 1 0 0 1 0 1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end around carry, we find it’s 2’s complement and place ‘-’ sign before the equivalent decimal.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0 0 0 0 0 1 1 0 1 1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-27</a:t>
            </a:r>
          </a:p>
        </p:txBody>
      </p:sp>
    </p:spTree>
    <p:extLst>
      <p:ext uri="{BB962C8B-B14F-4D97-AF65-F5344CB8AC3E}">
        <p14:creationId xmlns:p14="http://schemas.microsoft.com/office/powerpoint/2010/main" val="2623591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code for Booth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79052"/>
            <a:ext cx="8915400" cy="3777622"/>
          </a:xfrm>
        </p:spPr>
        <p:txBody>
          <a:bodyPr>
            <a:noAutofit/>
          </a:bodyPr>
          <a:lstStyle/>
          <a:p>
            <a:pPr marL="400050" lvl="1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1: 	U &lt;- 0, Y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&lt;- 0, I &lt;- 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Y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’2:	U &lt;- U + X’ + 1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Y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’Y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	U &lt;- U + X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2:	i &lt;- i – 1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3: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(UV),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(Y), Y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Y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b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Z’3: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b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Z3:	FINISH &lt;- 1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b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3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9 x -3 multiplication using Booth algorithm.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9 = 01001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-3= 11101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110" y="2133600"/>
            <a:ext cx="6619741" cy="4724400"/>
          </a:xfrm>
        </p:spPr>
      </p:pic>
    </p:spTree>
    <p:extLst>
      <p:ext uri="{BB962C8B-B14F-4D97-AF65-F5344CB8AC3E}">
        <p14:creationId xmlns:p14="http://schemas.microsoft.com/office/powerpoint/2010/main" val="8861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09"/>
            <a:ext cx="8911687" cy="1603935"/>
          </a:xfrm>
        </p:spPr>
        <p:txBody>
          <a:bodyPr>
            <a:normAutofit fontScale="90000"/>
          </a:bodyPr>
          <a:lstStyle/>
          <a:p>
            <a:r>
              <a:rPr lang="en-US" dirty="0"/>
              <a:t>Shift subtract division </a:t>
            </a:r>
            <a:br>
              <a:rPr lang="en-US" dirty="0"/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(Before we look at the operation of the entire algorithm, consider the circumstances under which the first step terminates the algorithm. For 112÷7 with n=4, UV= 0111 0000 and X= 0111. Since, U≥X, the algorithm exists immediately. Had it proceeded, it should have produced a result of 16 (1 0000) and a remainder of 0. The value 1 0000 cannot be stored in a 4-bit register), this is the reason for the overflow.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263" y="2537138"/>
            <a:ext cx="7572776" cy="3412901"/>
          </a:xfrm>
        </p:spPr>
      </p:pic>
    </p:spTree>
    <p:extLst>
      <p:ext uri="{BB962C8B-B14F-4D97-AF65-F5344CB8AC3E}">
        <p14:creationId xmlns:p14="http://schemas.microsoft.com/office/powerpoint/2010/main" val="888845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br>
              <a:rPr lang="en-US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of the RTL code for the operation 147 ÷ 13.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U = 1001, V = 0011, X = 1101 and n=4.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984" y="1905000"/>
            <a:ext cx="7959144" cy="4953000"/>
          </a:xfrm>
        </p:spPr>
      </p:pic>
    </p:spTree>
    <p:extLst>
      <p:ext uri="{BB962C8B-B14F-4D97-AF65-F5344CB8AC3E}">
        <p14:creationId xmlns:p14="http://schemas.microsoft.com/office/powerpoint/2010/main" val="1408629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Coded Decimal(BCD)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594" y="2146037"/>
            <a:ext cx="6877319" cy="4306277"/>
          </a:xfrm>
        </p:spPr>
      </p:pic>
    </p:spTree>
    <p:extLst>
      <p:ext uri="{BB962C8B-B14F-4D97-AF65-F5344CB8AC3E}">
        <p14:creationId xmlns:p14="http://schemas.microsoft.com/office/powerpoint/2010/main" val="3191848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adder:</a:t>
            </a:r>
            <a:br>
              <a:rPr lang="en-US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(When two decimal numbers are added, the maximum result is 19 =&gt; (9 + 9 +1(carry)))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045" y="1648496"/>
            <a:ext cx="8500055" cy="4997003"/>
          </a:xfrm>
        </p:spPr>
      </p:pic>
    </p:spTree>
    <p:extLst>
      <p:ext uri="{BB962C8B-B14F-4D97-AF65-F5344CB8AC3E}">
        <p14:creationId xmlns:p14="http://schemas.microsoft.com/office/powerpoint/2010/main" val="276234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br>
              <a:rPr lang="en-US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condition for the correction and setting c=1 is: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 = k + z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z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23" y="1996225"/>
            <a:ext cx="8293994" cy="4861775"/>
          </a:xfrm>
        </p:spPr>
      </p:pic>
    </p:spTree>
    <p:extLst>
      <p:ext uri="{BB962C8B-B14F-4D97-AF65-F5344CB8AC3E}">
        <p14:creationId xmlns:p14="http://schemas.microsoft.com/office/powerpoint/2010/main" val="1536372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9080"/>
          </a:xfrm>
        </p:spPr>
        <p:txBody>
          <a:bodyPr>
            <a:normAutofit fontScale="90000"/>
          </a:bodyPr>
          <a:lstStyle/>
          <a:p>
            <a:r>
              <a:rPr lang="en-US" dirty="0"/>
              <a:t>Specialized Arithmetic hardware</a:t>
            </a:r>
            <a:br>
              <a:rPr lang="en-US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660" y="1592892"/>
            <a:ext cx="6106377" cy="3801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2288" y="5541890"/>
            <a:ext cx="9208394" cy="13131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time taken by non-pipelined unit to calculate 1 result. Requires n.T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to calculate n results.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Pipelined unit requires k time units, each of duration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to move the first piece of data through the pipeline.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Because, additional data enters the pipeline during every cycle, it will output the remaining n-1 results during next n-1 cycles.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thus, the pipelined unit requires (k + n – 1) cycles, each of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time, to calculate same results.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speedup can be calculated by the formula above.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845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enters into a stage of the pipeline, which performs some arithmetic operations on those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then passed to next stage which performs its operation and so on until the final computation ha been performed.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stage performs only its specific function, no need to be capable of performing the task of any other stage.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pipeline does not speed up an individual computation. It improves the performance by overlapping computations where each stage can operate on different data simultaneously.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 effect is that output appears more quickly than in non-pipeline arithmetic unit, thereby increasing the throughput.</a:t>
            </a:r>
          </a:p>
        </p:txBody>
      </p:sp>
    </p:spTree>
    <p:extLst>
      <p:ext uri="{BB962C8B-B14F-4D97-AF65-F5344CB8AC3E}">
        <p14:creationId xmlns:p14="http://schemas.microsoft.com/office/powerpoint/2010/main" val="1992032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Lookup Tables: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42434"/>
            <a:ext cx="8915400" cy="541556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combinational circuit can be implemented by ROM is a lookup table.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to the combinational circuit serve as the address input of the ROM.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outputs of the ROM corresponds to the output of the combinational  circuit.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 is programmed with data such that the correct values are output for any possible input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4 x 1 ROM programmed to mimic a two input AND gate.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programming ROM with data shown, it outputs the same values as the AND gate for all possible values of X and 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576" y="3769943"/>
            <a:ext cx="5887272" cy="1876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83358" y="4940945"/>
            <a:ext cx="918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9597" y="5358451"/>
            <a:ext cx="1991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Lookup ROM equivalent</a:t>
            </a:r>
          </a:p>
        </p:txBody>
      </p:sp>
    </p:spTree>
    <p:extLst>
      <p:ext uri="{BB962C8B-B14F-4D97-AF65-F5344CB8AC3E}">
        <p14:creationId xmlns:p14="http://schemas.microsoft.com/office/powerpoint/2010/main" val="383999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..(a multiplier implemented using a lookup ROM)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627" y="1481071"/>
            <a:ext cx="7096260" cy="4932607"/>
          </a:xfrm>
        </p:spPr>
      </p:pic>
    </p:spTree>
    <p:extLst>
      <p:ext uri="{BB962C8B-B14F-4D97-AF65-F5344CB8AC3E}">
        <p14:creationId xmlns:p14="http://schemas.microsoft.com/office/powerpoint/2010/main" val="1364040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X and Y supply the address inputs to lookup ROM.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outputs are the product of X and Y, and are routed to registers U and V.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256 locations must contain the 8-bit product of X and 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location 1011 1101 contains the data 1000 1111, 143, the product of 1011(11) and 1101(13).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the hardware may be less complex than that of the original shift-add implementation.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can multiply numbers more quickly than the shift-add hardware.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However, size of the lookup ROM grows rapidly as the size of the operands increases.</a:t>
            </a:r>
          </a:p>
        </p:txBody>
      </p:sp>
    </p:spTree>
    <p:extLst>
      <p:ext uri="{BB962C8B-B14F-4D97-AF65-F5344CB8AC3E}">
        <p14:creationId xmlns:p14="http://schemas.microsoft.com/office/powerpoint/2010/main" val="3603170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Wallace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724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 used to multiply two numbers.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performing additions using standard parallel adder, Wallace tree uses carry save adder and only one parallel adder.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 save adder can add 3 values simultaneously. However, it does not output a single result, but provides both sum and a set of carry bits as output.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form the final sum, S and C must be added together because carry bits do not propagate through the adder.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25" y="4022411"/>
            <a:ext cx="6880626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60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a carry save adder to perform multiplication, we first calculate the partial product of the multiplication and input them to carry save adder.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995" y="1596981"/>
            <a:ext cx="5311158" cy="3978536"/>
          </a:xfrm>
        </p:spPr>
      </p:pic>
      <p:sp>
        <p:nvSpPr>
          <p:cNvPr id="5" name="TextBox 4"/>
          <p:cNvSpPr txBox="1"/>
          <p:nvPr/>
        </p:nvSpPr>
        <p:spPr>
          <a:xfrm>
            <a:off x="3721995" y="5704306"/>
            <a:ext cx="5198859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Generating partial products for multiplication using Wallace tree.</a:t>
            </a:r>
          </a:p>
        </p:txBody>
      </p:sp>
    </p:spTree>
    <p:extLst>
      <p:ext uri="{BB962C8B-B14F-4D97-AF65-F5344CB8AC3E}">
        <p14:creationId xmlns:p14="http://schemas.microsoft.com/office/powerpoint/2010/main" val="4003087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3 x 3 multiplier constructed using carry save adder.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893" y="1403797"/>
            <a:ext cx="6156101" cy="4443659"/>
          </a:xfrm>
        </p:spPr>
      </p:pic>
    </p:spTree>
    <p:extLst>
      <p:ext uri="{BB962C8B-B14F-4D97-AF65-F5344CB8AC3E}">
        <p14:creationId xmlns:p14="http://schemas.microsoft.com/office/powerpoint/2010/main" val="2538846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  <a:br>
              <a:rPr lang="en-US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4 x 4 Wallace tree multiplier.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5000"/>
            <a:ext cx="5898524" cy="453443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A378FA-47B7-4F4C-8563-FC8E4CF2334D}"/>
              </a:ext>
            </a:extLst>
          </p:cNvPr>
          <p:cNvSpPr txBox="1"/>
          <p:nvPr/>
        </p:nvSpPr>
        <p:spPr>
          <a:xfrm>
            <a:off x="1156447" y="1581834"/>
            <a:ext cx="3818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4 bit multiplication: 1011 and 1110</a:t>
            </a:r>
          </a:p>
        </p:txBody>
      </p:sp>
    </p:spTree>
    <p:extLst>
      <p:ext uri="{BB962C8B-B14F-4D97-AF65-F5344CB8AC3E}">
        <p14:creationId xmlns:p14="http://schemas.microsoft.com/office/powerpoint/2010/main" val="120660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br>
              <a:rPr lang="en-US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8 x 8 Wallace tree multiplier.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421" y="1905000"/>
            <a:ext cx="6535278" cy="4953000"/>
          </a:xfrm>
        </p:spPr>
      </p:pic>
    </p:spTree>
    <p:extLst>
      <p:ext uri="{BB962C8B-B14F-4D97-AF65-F5344CB8AC3E}">
        <p14:creationId xmlns:p14="http://schemas.microsoft.com/office/powerpoint/2010/main" val="169633584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620</TotalTime>
  <Words>1163</Words>
  <Application>Microsoft Office PowerPoint</Application>
  <PresentationFormat>Widescreen</PresentationFormat>
  <Paragraphs>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Century Gothic</vt:lpstr>
      <vt:lpstr>Times New Roman</vt:lpstr>
      <vt:lpstr>Wingdings</vt:lpstr>
      <vt:lpstr>Wingdings 3</vt:lpstr>
      <vt:lpstr>Wisp</vt:lpstr>
      <vt:lpstr>CHAPTER-6</vt:lpstr>
      <vt:lpstr>Shift-add multiplication: =&gt; multiplication of unsigned numbers. =&gt; multiplication can be performed by repeated addition of multiplicand and shifting</vt:lpstr>
      <vt:lpstr>Contd…</vt:lpstr>
      <vt:lpstr>RTL code for shift-add multiplication</vt:lpstr>
      <vt:lpstr>Contd… Example UV &lt;- X x Y; X= 1101 and Y=1011.</vt:lpstr>
      <vt:lpstr>Booth Algorithm</vt:lpstr>
      <vt:lpstr>Contd…</vt:lpstr>
      <vt:lpstr>Multiply 9 x 3 using booth algorithm.</vt:lpstr>
      <vt:lpstr>Contd…</vt:lpstr>
      <vt:lpstr>RTL code for Booth algorithm</vt:lpstr>
      <vt:lpstr>Perform 9 x -3 multiplication using Booth algorithm. Here, X = 9 = 01001 Y = -3= 11101</vt:lpstr>
      <vt:lpstr>Shift subtract division  (Before we look at the operation of the entire algorithm, consider the circumstances under which the first step terminates the algorithm. For 112÷7 with n=4, UV= 0111 0000 and X= 0111. Since, U≥X, the algorithm exists immediately. Had it proceeded, it should have produced a result of 16 (1 0000) and a remainder of 0. The value 1 0000 cannot be stored in a 4-bit register), this is the reason for the overflow.</vt:lpstr>
      <vt:lpstr>Contd… Trace of the RTL code for the operation 147 ÷ 13. Here, U = 1001, V = 0011, X = 1101 and n=4.</vt:lpstr>
      <vt:lpstr>Binary Coded Decimal(BCD)</vt:lpstr>
      <vt:lpstr>BCD adder: (When two decimal numbers are added, the maximum result is 19 =&gt; (9 + 9 +1(carry)))</vt:lpstr>
      <vt:lpstr>Contd… (The condition for the correction and setting c=1 is:    c = k + z8z4 + z8z2  = 1)</vt:lpstr>
      <vt:lpstr>Specialized Arithmetic hardware 1. PIPELINING </vt:lpstr>
      <vt:lpstr>Contd…..</vt:lpstr>
      <vt:lpstr>2. Lookup Tables:</vt:lpstr>
      <vt:lpstr>Contd..(a multiplier implemented using a lookup ROM)</vt:lpstr>
      <vt:lpstr>Contd…</vt:lpstr>
      <vt:lpstr>3. Wallace Tree</vt:lpstr>
      <vt:lpstr>To use a carry save adder to perform multiplication, we first calculate the partial product of the multiplication and input them to carry save adder.</vt:lpstr>
      <vt:lpstr>A 3 x 3 multiplier constructed using carry save adder.</vt:lpstr>
      <vt:lpstr>Contd.. A 4 x 4 Wallace tree multiplier.</vt:lpstr>
      <vt:lpstr>Contd… An 8 x 8 Wallace tree multiplier.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CHAPTER-6</dc:title>
  <dc:creator>Bishal Trital</dc:creator>
  <cp:lastModifiedBy>Anil Thapa</cp:lastModifiedBy>
  <cp:revision>63</cp:revision>
  <dcterms:created xsi:type="dcterms:W3CDTF">2018-01-01T08:36:44Z</dcterms:created>
  <dcterms:modified xsi:type="dcterms:W3CDTF">2025-06-19T15:10:24Z</dcterms:modified>
</cp:coreProperties>
</file>