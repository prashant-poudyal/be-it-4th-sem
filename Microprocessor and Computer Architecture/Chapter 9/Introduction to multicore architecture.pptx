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9" r:id="rId12"/>
    <p:sldId id="270" r:id="rId13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13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1495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Office PowerPoint</Application>
  <PresentationFormat>On-screen Show (4:3)</PresentationFormat>
  <Paragraphs>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Anil Thapa</cp:lastModifiedBy>
  <cp:revision>2</cp:revision>
  <dcterms:created xsi:type="dcterms:W3CDTF">2024-07-29T13:30:35Z</dcterms:created>
  <dcterms:modified xsi:type="dcterms:W3CDTF">2024-07-29T13:33:40Z</dcterms:modified>
</cp:coreProperties>
</file>